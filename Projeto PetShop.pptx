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Fredoka" charset="1" panose="02000000000000000000"/>
      <p:regular r:id="rId12"/>
    </p:embeddedFont>
    <p:embeddedFont>
      <p:font typeface="Inter" charset="1" panose="02000503000000020004"/>
      <p:regular r:id="rId13"/>
    </p:embeddedFont>
    <p:embeddedFont>
      <p:font typeface="Inter Medium" charset="1" panose="02000503000000020004"/>
      <p:regular r:id="rId14"/>
    </p:embeddedFont>
    <p:embeddedFont>
      <p:font typeface="Open Sans Bold" charset="1" panose="020B08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github.com/CoxiistaDev-MG/PetShop-SQL" TargetMode="External" Type="http://schemas.openxmlformats.org/officeDocument/2006/relationships/hyperlink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95270" y="1859294"/>
            <a:ext cx="7371669" cy="7399006"/>
          </a:xfrm>
          <a:custGeom>
            <a:avLst/>
            <a:gdLst/>
            <a:ahLst/>
            <a:cxnLst/>
            <a:rect r="r" b="b" t="t" l="l"/>
            <a:pathLst>
              <a:path h="7399006" w="7371669">
                <a:moveTo>
                  <a:pt x="0" y="0"/>
                </a:moveTo>
                <a:lnTo>
                  <a:pt x="7371670" y="0"/>
                </a:lnTo>
                <a:lnTo>
                  <a:pt x="7371670" y="7399006"/>
                </a:lnTo>
                <a:lnTo>
                  <a:pt x="0" y="739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75828" y="288158"/>
            <a:ext cx="2923612" cy="2594041"/>
          </a:xfrm>
          <a:custGeom>
            <a:avLst/>
            <a:gdLst/>
            <a:ahLst/>
            <a:cxnLst/>
            <a:rect r="r" b="b" t="t" l="l"/>
            <a:pathLst>
              <a:path h="2594041" w="2923612">
                <a:moveTo>
                  <a:pt x="0" y="0"/>
                </a:moveTo>
                <a:lnTo>
                  <a:pt x="2923612" y="0"/>
                </a:lnTo>
                <a:lnTo>
                  <a:pt x="2923612" y="2594041"/>
                </a:lnTo>
                <a:lnTo>
                  <a:pt x="0" y="2594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77386">
            <a:off x="10911844" y="2531135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7"/>
                </a:lnTo>
                <a:lnTo>
                  <a:pt x="0" y="7021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5557" y="1807968"/>
            <a:ext cx="13087712" cy="161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86"/>
              </a:lnSpc>
              <a:spcBef>
                <a:spcPct val="0"/>
              </a:spcBef>
            </a:pPr>
            <a:r>
              <a:rPr lang="en-US" sz="9776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Projeto Petshop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05232"/>
            <a:ext cx="6830713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Esse projeto simula a demanda de um Petshop para  a criação de um banco de dados SQL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228919">
            <a:off x="12963365" y="2713989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6"/>
                </a:lnTo>
                <a:lnTo>
                  <a:pt x="0" y="7021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5247" y="8924019"/>
            <a:ext cx="558884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Apresentado por João Victor(Coxiista)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65247" y="4043283"/>
            <a:ext cx="121140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 Projeto utilizando o PostgreeSQL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90600"/>
            <a:ext cx="238359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Fradel and Spies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89951" y="990600"/>
            <a:ext cx="17693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pagina </a:t>
            </a: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558591"/>
            <a:ext cx="7736616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Objetivo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936054"/>
            <a:ext cx="773661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 handling protects animals and people. Use calm movements, holds, appropriate tools, and teamwork; avoid techniques that escalate fear, risk bites, or injury.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28599" y="6338638"/>
            <a:ext cx="6330701" cy="1065542"/>
            <a:chOff x="0" y="0"/>
            <a:chExt cx="8440935" cy="142072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526516" y="605383"/>
              <a:ext cx="691441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Precisamos registrar todas as vendas e serviços de forma adquada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526516" y="-38100"/>
              <a:ext cx="6914419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Vendas e Serviços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662473"/>
              <a:ext cx="899629" cy="514876"/>
            </a:xfrm>
            <a:custGeom>
              <a:avLst/>
              <a:gdLst/>
              <a:ahLst/>
              <a:cxnLst/>
              <a:rect r="r" b="b" t="t" l="l"/>
              <a:pathLst>
                <a:path h="514876" w="899629">
                  <a:moveTo>
                    <a:pt x="0" y="0"/>
                  </a:moveTo>
                  <a:lnTo>
                    <a:pt x="899629" y="0"/>
                  </a:lnTo>
                  <a:lnTo>
                    <a:pt x="899629" y="514877"/>
                  </a:lnTo>
                  <a:lnTo>
                    <a:pt x="0" y="514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28599" y="4548742"/>
            <a:ext cx="6330701" cy="1065542"/>
            <a:chOff x="0" y="0"/>
            <a:chExt cx="8440935" cy="142072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526516" y="605383"/>
              <a:ext cx="691441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Queremos registrar todos os animais dos clientes, a fim de pesquisar as demandas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526516" y="-38100"/>
              <a:ext cx="6914419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Animais 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62473"/>
              <a:ext cx="899629" cy="514876"/>
            </a:xfrm>
            <a:custGeom>
              <a:avLst/>
              <a:gdLst/>
              <a:ahLst/>
              <a:cxnLst/>
              <a:rect r="r" b="b" t="t" l="l"/>
              <a:pathLst>
                <a:path h="514876" w="899629">
                  <a:moveTo>
                    <a:pt x="0" y="0"/>
                  </a:moveTo>
                  <a:lnTo>
                    <a:pt x="899629" y="0"/>
                  </a:lnTo>
                  <a:lnTo>
                    <a:pt x="899629" y="514877"/>
                  </a:lnTo>
                  <a:lnTo>
                    <a:pt x="0" y="514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28599" y="2520315"/>
            <a:ext cx="6330701" cy="1489087"/>
            <a:chOff x="0" y="0"/>
            <a:chExt cx="8440935" cy="198545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1526516" y="605383"/>
              <a:ext cx="6914419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Todos os clientes e funcionários devem ser registrados para poder fazer consultas futuras e para associa-los a transações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26516" y="-38100"/>
              <a:ext cx="6914419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Registros dos Funcionários e  Cliente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62473"/>
              <a:ext cx="899629" cy="514876"/>
            </a:xfrm>
            <a:custGeom>
              <a:avLst/>
              <a:gdLst/>
              <a:ahLst/>
              <a:cxnLst/>
              <a:rect r="r" b="b" t="t" l="l"/>
              <a:pathLst>
                <a:path h="514876" w="899629">
                  <a:moveTo>
                    <a:pt x="0" y="0"/>
                  </a:moveTo>
                  <a:lnTo>
                    <a:pt x="899629" y="0"/>
                  </a:lnTo>
                  <a:lnTo>
                    <a:pt x="899629" y="514877"/>
                  </a:lnTo>
                  <a:lnTo>
                    <a:pt x="0" y="514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7242764" y="-5790359"/>
            <a:ext cx="7371669" cy="7399006"/>
          </a:xfrm>
          <a:custGeom>
            <a:avLst/>
            <a:gdLst/>
            <a:ahLst/>
            <a:cxnLst/>
            <a:rect r="r" b="b" t="t" l="l"/>
            <a:pathLst>
              <a:path h="7399006" w="7371669">
                <a:moveTo>
                  <a:pt x="0" y="0"/>
                </a:moveTo>
                <a:lnTo>
                  <a:pt x="7371669" y="0"/>
                </a:lnTo>
                <a:lnTo>
                  <a:pt x="7371669" y="7399005"/>
                </a:lnTo>
                <a:lnTo>
                  <a:pt x="0" y="7399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92964" y="8568366"/>
            <a:ext cx="7371669" cy="7399006"/>
          </a:xfrm>
          <a:custGeom>
            <a:avLst/>
            <a:gdLst/>
            <a:ahLst/>
            <a:cxnLst/>
            <a:rect r="r" b="b" t="t" l="l"/>
            <a:pathLst>
              <a:path h="7399006" w="7371669">
                <a:moveTo>
                  <a:pt x="0" y="0"/>
                </a:moveTo>
                <a:lnTo>
                  <a:pt x="7371669" y="0"/>
                </a:lnTo>
                <a:lnTo>
                  <a:pt x="7371669" y="7399006"/>
                </a:lnTo>
                <a:lnTo>
                  <a:pt x="0" y="7399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1177386">
            <a:off x="6407557" y="1794257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7"/>
                </a:lnTo>
                <a:lnTo>
                  <a:pt x="0" y="70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228919">
            <a:off x="2443796" y="8070877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6"/>
                </a:lnTo>
                <a:lnTo>
                  <a:pt x="0" y="702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928599" y="8128080"/>
            <a:ext cx="6330701" cy="1065542"/>
            <a:chOff x="0" y="0"/>
            <a:chExt cx="8440935" cy="1420723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1526516" y="605383"/>
              <a:ext cx="691441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Os produtos devem ser registrados de maneira que seja possivel fazer buscar inteligentes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526516" y="-38100"/>
              <a:ext cx="6914419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Produtos e Associações 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662473"/>
              <a:ext cx="899629" cy="514876"/>
            </a:xfrm>
            <a:custGeom>
              <a:avLst/>
              <a:gdLst/>
              <a:ahLst/>
              <a:cxnLst/>
              <a:rect r="r" b="b" t="t" l="l"/>
              <a:pathLst>
                <a:path h="514876" w="899629">
                  <a:moveTo>
                    <a:pt x="0" y="0"/>
                  </a:moveTo>
                  <a:lnTo>
                    <a:pt x="899629" y="0"/>
                  </a:lnTo>
                  <a:lnTo>
                    <a:pt x="899629" y="514877"/>
                  </a:lnTo>
                  <a:lnTo>
                    <a:pt x="0" y="514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94201" y="-5669266"/>
            <a:ext cx="7371669" cy="7399006"/>
          </a:xfrm>
          <a:custGeom>
            <a:avLst/>
            <a:gdLst/>
            <a:ahLst/>
            <a:cxnLst/>
            <a:rect r="r" b="b" t="t" l="l"/>
            <a:pathLst>
              <a:path h="7399006" w="7371669">
                <a:moveTo>
                  <a:pt x="0" y="0"/>
                </a:moveTo>
                <a:lnTo>
                  <a:pt x="7371670" y="0"/>
                </a:lnTo>
                <a:lnTo>
                  <a:pt x="7371670" y="7399006"/>
                </a:lnTo>
                <a:lnTo>
                  <a:pt x="0" y="739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79117" y="2520315"/>
            <a:ext cx="9192495" cy="6342502"/>
            <a:chOff x="0" y="0"/>
            <a:chExt cx="1424158" cy="9826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4158" cy="982620"/>
            </a:xfrm>
            <a:custGeom>
              <a:avLst/>
              <a:gdLst/>
              <a:ahLst/>
              <a:cxnLst/>
              <a:rect r="r" b="b" t="t" l="l"/>
              <a:pathLst>
                <a:path h="982620" w="1424158">
                  <a:moveTo>
                    <a:pt x="33688" y="0"/>
                  </a:moveTo>
                  <a:lnTo>
                    <a:pt x="1390470" y="0"/>
                  </a:lnTo>
                  <a:cubicBezTo>
                    <a:pt x="1399405" y="0"/>
                    <a:pt x="1407973" y="3549"/>
                    <a:pt x="1414291" y="9867"/>
                  </a:cubicBezTo>
                  <a:cubicBezTo>
                    <a:pt x="1420609" y="16185"/>
                    <a:pt x="1424158" y="24753"/>
                    <a:pt x="1424158" y="33688"/>
                  </a:cubicBezTo>
                  <a:lnTo>
                    <a:pt x="1424158" y="948932"/>
                  </a:lnTo>
                  <a:cubicBezTo>
                    <a:pt x="1424158" y="957866"/>
                    <a:pt x="1420609" y="966435"/>
                    <a:pt x="1414291" y="972753"/>
                  </a:cubicBezTo>
                  <a:cubicBezTo>
                    <a:pt x="1407973" y="979070"/>
                    <a:pt x="1399405" y="982620"/>
                    <a:pt x="1390470" y="982620"/>
                  </a:cubicBezTo>
                  <a:lnTo>
                    <a:pt x="33688" y="982620"/>
                  </a:lnTo>
                  <a:cubicBezTo>
                    <a:pt x="24753" y="982620"/>
                    <a:pt x="16185" y="979070"/>
                    <a:pt x="9867" y="972753"/>
                  </a:cubicBezTo>
                  <a:cubicBezTo>
                    <a:pt x="3549" y="966435"/>
                    <a:pt x="0" y="957866"/>
                    <a:pt x="0" y="948932"/>
                  </a:cubicBezTo>
                  <a:lnTo>
                    <a:pt x="0" y="33688"/>
                  </a:lnTo>
                  <a:cubicBezTo>
                    <a:pt x="0" y="24753"/>
                    <a:pt x="3549" y="16185"/>
                    <a:pt x="9867" y="9867"/>
                  </a:cubicBezTo>
                  <a:cubicBezTo>
                    <a:pt x="16185" y="3549"/>
                    <a:pt x="24753" y="0"/>
                    <a:pt x="33688" y="0"/>
                  </a:cubicBezTo>
                  <a:close/>
                </a:path>
              </a:pathLst>
            </a:custGeom>
            <a:blipFill>
              <a:blip r:embed="rId4"/>
              <a:stretch>
                <a:fillRect l="-1747" t="0" r="-1747" b="0"/>
              </a:stretch>
            </a:blipFill>
            <a:ln w="571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1177386">
            <a:off x="6073441" y="1378677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6"/>
                </a:lnTo>
                <a:lnTo>
                  <a:pt x="0" y="7021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228919">
            <a:off x="6480799" y="8511754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7"/>
                </a:lnTo>
                <a:lnTo>
                  <a:pt x="0" y="702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90600"/>
            <a:ext cx="238359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Fradel and Spies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89951" y="990600"/>
            <a:ext cx="176934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Pagina 03</a:t>
            </a:r>
          </a:p>
          <a:p>
            <a:pPr algn="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129687"/>
            <a:ext cx="736742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Desafios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507150"/>
            <a:ext cx="736742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Esse projeto tem como desafio criar um banco de dados, utilizando boas práticas a afim de deixar o mais leve possível, além de permitir uma busca adquada pelas consultas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4074" y="7334413"/>
            <a:ext cx="7371669" cy="7399006"/>
          </a:xfrm>
          <a:custGeom>
            <a:avLst/>
            <a:gdLst/>
            <a:ahLst/>
            <a:cxnLst/>
            <a:rect r="r" b="b" t="t" l="l"/>
            <a:pathLst>
              <a:path h="7399006" w="7371669">
                <a:moveTo>
                  <a:pt x="0" y="0"/>
                </a:moveTo>
                <a:lnTo>
                  <a:pt x="7371669" y="0"/>
                </a:lnTo>
                <a:lnTo>
                  <a:pt x="7371669" y="7399005"/>
                </a:lnTo>
                <a:lnTo>
                  <a:pt x="0" y="7399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072049" y="-5674564"/>
            <a:ext cx="7371669" cy="7399006"/>
          </a:xfrm>
          <a:custGeom>
            <a:avLst/>
            <a:gdLst/>
            <a:ahLst/>
            <a:cxnLst/>
            <a:rect r="r" b="b" t="t" l="l"/>
            <a:pathLst>
              <a:path h="7399006" w="7371669">
                <a:moveTo>
                  <a:pt x="7371670" y="0"/>
                </a:moveTo>
                <a:lnTo>
                  <a:pt x="0" y="0"/>
                </a:lnTo>
                <a:lnTo>
                  <a:pt x="0" y="7399006"/>
                </a:lnTo>
                <a:lnTo>
                  <a:pt x="7371670" y="7399006"/>
                </a:lnTo>
                <a:lnTo>
                  <a:pt x="73716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2191" y="1612013"/>
            <a:ext cx="8169444" cy="187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  <a:spcBef>
                <a:spcPct val="0"/>
              </a:spcBef>
            </a:pPr>
            <a:r>
              <a:rPr lang="en-US" sz="54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Dados dos clientes e Funcionários Exigências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8661" y="3446527"/>
            <a:ext cx="735063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 tooltip="https://github.com/CoxiistaDev-MG/PetShop-SQL"/>
              </a:rPr>
              <a:t>https://github.com/CoxiistaDev-MG/PetShop-SQL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02771" y="7232611"/>
            <a:ext cx="518581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Todo funcinário tem um código de contrato, e possuem informações como cpf, qual o emprego eles ocupando, e queremos deixar  registros de funcinários não mais atuantes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02771" y="6749999"/>
            <a:ext cx="518581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Funcionários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757884" y="7284954"/>
            <a:ext cx="674722" cy="386157"/>
          </a:xfrm>
          <a:custGeom>
            <a:avLst/>
            <a:gdLst/>
            <a:ahLst/>
            <a:cxnLst/>
            <a:rect r="r" b="b" t="t" l="l"/>
            <a:pathLst>
              <a:path h="386157" w="674722">
                <a:moveTo>
                  <a:pt x="0" y="0"/>
                </a:moveTo>
                <a:lnTo>
                  <a:pt x="674721" y="0"/>
                </a:lnTo>
                <a:lnTo>
                  <a:pt x="674721" y="386157"/>
                </a:lnTo>
                <a:lnTo>
                  <a:pt x="0" y="3861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34951" y="7425690"/>
            <a:ext cx="518581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Os clientes devem ter os seus animais registrados em nosso banco de dados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4951" y="6943078"/>
            <a:ext cx="5185814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Clientes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90063" y="7478033"/>
            <a:ext cx="674722" cy="386157"/>
          </a:xfrm>
          <a:custGeom>
            <a:avLst/>
            <a:gdLst/>
            <a:ahLst/>
            <a:cxnLst/>
            <a:rect r="r" b="b" t="t" l="l"/>
            <a:pathLst>
              <a:path h="386157" w="674722">
                <a:moveTo>
                  <a:pt x="0" y="0"/>
                </a:moveTo>
                <a:lnTo>
                  <a:pt x="674722" y="0"/>
                </a:lnTo>
                <a:lnTo>
                  <a:pt x="674722" y="386157"/>
                </a:lnTo>
                <a:lnTo>
                  <a:pt x="0" y="3861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177386">
            <a:off x="10652557" y="1373378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7"/>
                </a:lnTo>
                <a:lnTo>
                  <a:pt x="0" y="702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223152">
            <a:off x="16417945" y="4898809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6"/>
                </a:lnTo>
                <a:lnTo>
                  <a:pt x="0" y="7021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90063" y="4777740"/>
            <a:ext cx="518581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Informações Pessoais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0063" y="5337325"/>
            <a:ext cx="1421816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 os clientes e Funcionários queremos registrar suas informações sendo essas o Nome, sobrenome, telefone, endereço, histórico de compras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89951" y="990600"/>
            <a:ext cx="176934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Pagina 04</a:t>
            </a:r>
          </a:p>
          <a:p>
            <a:pPr algn="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072049" y="-5674564"/>
            <a:ext cx="7371669" cy="7399006"/>
          </a:xfrm>
          <a:custGeom>
            <a:avLst/>
            <a:gdLst/>
            <a:ahLst/>
            <a:cxnLst/>
            <a:rect r="r" b="b" t="t" l="l"/>
            <a:pathLst>
              <a:path h="7399006" w="7371669">
                <a:moveTo>
                  <a:pt x="7371670" y="0"/>
                </a:moveTo>
                <a:lnTo>
                  <a:pt x="0" y="0"/>
                </a:lnTo>
                <a:lnTo>
                  <a:pt x="0" y="7399006"/>
                </a:lnTo>
                <a:lnTo>
                  <a:pt x="7371670" y="7399006"/>
                </a:lnTo>
                <a:lnTo>
                  <a:pt x="73716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34074" y="7334413"/>
            <a:ext cx="7371669" cy="7399006"/>
          </a:xfrm>
          <a:custGeom>
            <a:avLst/>
            <a:gdLst/>
            <a:ahLst/>
            <a:cxnLst/>
            <a:rect r="r" b="b" t="t" l="l"/>
            <a:pathLst>
              <a:path h="7399006" w="7371669">
                <a:moveTo>
                  <a:pt x="0" y="0"/>
                </a:moveTo>
                <a:lnTo>
                  <a:pt x="7371669" y="0"/>
                </a:lnTo>
                <a:lnTo>
                  <a:pt x="7371669" y="7399005"/>
                </a:lnTo>
                <a:lnTo>
                  <a:pt x="0" y="7399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77386">
            <a:off x="10804957" y="1525778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7"/>
                </a:lnTo>
                <a:lnTo>
                  <a:pt x="0" y="70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223152">
            <a:off x="16253128" y="3931553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7"/>
                </a:lnTo>
                <a:lnTo>
                  <a:pt x="0" y="70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2191" y="1612013"/>
            <a:ext cx="8169444" cy="187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  <a:spcBef>
                <a:spcPct val="0"/>
              </a:spcBef>
            </a:pPr>
            <a:r>
              <a:rPr lang="en-US" sz="54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Sobre as vendas, consultas e produtos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5182" y="4157905"/>
            <a:ext cx="755232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Informações dos produtos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9054" y="4717490"/>
            <a:ext cx="16826392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Os produtos possuem sempre um nome, preço, descrição, e tudo tipo do produto, além disso os produtos devem ter associações com o tipo de animal que atende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8579" y="8217779"/>
            <a:ext cx="518581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Informações das Vendas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8104" y="8777365"/>
            <a:ext cx="17133596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Deve ser computado qual foi o cliente atendido, quais produtos foram vendidos, valor total da venda, data, horario e qual foi o funcionário que atendeu o cliente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8104" y="6187842"/>
            <a:ext cx="518581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Informações das consultas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7629" y="6747428"/>
            <a:ext cx="1699072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 consultas devem ser registradas de forma que seja possível acessar o inicio da consulta o fim da consultas, se a consulta já terminou, o funcionario responsável,tipo da consulta, o cliente e o animal atendido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42351" y="996732"/>
            <a:ext cx="176934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Pagina 05</a:t>
            </a:r>
          </a:p>
          <a:p>
            <a:pPr algn="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90600"/>
            <a:ext cx="238359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Fradel and Spies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206878" y="1443997"/>
            <a:ext cx="7371669" cy="7399006"/>
          </a:xfrm>
          <a:custGeom>
            <a:avLst/>
            <a:gdLst/>
            <a:ahLst/>
            <a:cxnLst/>
            <a:rect r="r" b="b" t="t" l="l"/>
            <a:pathLst>
              <a:path h="7399006" w="7371669">
                <a:moveTo>
                  <a:pt x="0" y="0"/>
                </a:moveTo>
                <a:lnTo>
                  <a:pt x="7371669" y="0"/>
                </a:lnTo>
                <a:lnTo>
                  <a:pt x="7371669" y="7399006"/>
                </a:lnTo>
                <a:lnTo>
                  <a:pt x="0" y="739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23209" y="1443997"/>
            <a:ext cx="7371669" cy="7399006"/>
          </a:xfrm>
          <a:custGeom>
            <a:avLst/>
            <a:gdLst/>
            <a:ahLst/>
            <a:cxnLst/>
            <a:rect r="r" b="b" t="t" l="l"/>
            <a:pathLst>
              <a:path h="7399006" w="7371669">
                <a:moveTo>
                  <a:pt x="0" y="0"/>
                </a:moveTo>
                <a:lnTo>
                  <a:pt x="7371669" y="0"/>
                </a:lnTo>
                <a:lnTo>
                  <a:pt x="7371669" y="7399006"/>
                </a:lnTo>
                <a:lnTo>
                  <a:pt x="0" y="739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408437"/>
            <a:ext cx="8508872" cy="329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86"/>
              </a:lnSpc>
              <a:spcBef>
                <a:spcPct val="0"/>
              </a:spcBef>
            </a:pPr>
            <a:r>
              <a:rPr lang="en-US" sz="9776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Obrigado por acompanhar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9621" y="4656772"/>
            <a:ext cx="667967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Obrigado, essa é a parte inicial do projeto, e ainda precisa passar por uma idealização tecnica, antes de quaquer criação prática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8612113"/>
            <a:ext cx="8302990" cy="853636"/>
            <a:chOff x="0" y="0"/>
            <a:chExt cx="11070653" cy="11381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1583" cy="861583"/>
            </a:xfrm>
            <a:custGeom>
              <a:avLst/>
              <a:gdLst/>
              <a:ahLst/>
              <a:cxnLst/>
              <a:rect r="r" b="b" t="t" l="l"/>
              <a:pathLst>
                <a:path h="861583" w="861583">
                  <a:moveTo>
                    <a:pt x="0" y="0"/>
                  </a:moveTo>
                  <a:lnTo>
                    <a:pt x="861583" y="0"/>
                  </a:lnTo>
                  <a:lnTo>
                    <a:pt x="861583" y="861583"/>
                  </a:lnTo>
                  <a:lnTo>
                    <a:pt x="0" y="861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110370" y="180601"/>
              <a:ext cx="9960283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https://github.com/CoxiistaDev-MG/PetShop-SQL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79621" y="8612113"/>
            <a:ext cx="4380855" cy="853636"/>
            <a:chOff x="0" y="0"/>
            <a:chExt cx="5841140" cy="11381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1583" cy="861583"/>
            </a:xfrm>
            <a:custGeom>
              <a:avLst/>
              <a:gdLst/>
              <a:ahLst/>
              <a:cxnLst/>
              <a:rect r="r" b="b" t="t" l="l"/>
              <a:pathLst>
                <a:path h="861583" w="861583">
                  <a:moveTo>
                    <a:pt x="0" y="0"/>
                  </a:moveTo>
                  <a:lnTo>
                    <a:pt x="861583" y="0"/>
                  </a:lnTo>
                  <a:lnTo>
                    <a:pt x="861583" y="861583"/>
                  </a:lnTo>
                  <a:lnTo>
                    <a:pt x="0" y="861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432368" y="180601"/>
              <a:ext cx="4408772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joaodev1917@gmail.com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1177386">
            <a:off x="10049761" y="1775280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7"/>
                </a:lnTo>
                <a:lnTo>
                  <a:pt x="0" y="7021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223152">
            <a:off x="13306058" y="6612026"/>
            <a:ext cx="1226805" cy="702126"/>
          </a:xfrm>
          <a:custGeom>
            <a:avLst/>
            <a:gdLst/>
            <a:ahLst/>
            <a:cxnLst/>
            <a:rect r="r" b="b" t="t" l="l"/>
            <a:pathLst>
              <a:path h="702126" w="1226805">
                <a:moveTo>
                  <a:pt x="0" y="0"/>
                </a:moveTo>
                <a:lnTo>
                  <a:pt x="1226805" y="0"/>
                </a:lnTo>
                <a:lnTo>
                  <a:pt x="1226805" y="702126"/>
                </a:lnTo>
                <a:lnTo>
                  <a:pt x="0" y="7021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DAHGSgau6FA</dc:identifier>
  <dcterms:modified xsi:type="dcterms:W3CDTF">2011-08-01T06:04:30Z</dcterms:modified>
  <cp:revision>1</cp:revision>
  <dc:title>Projeto PetShop</dc:title>
</cp:coreProperties>
</file>